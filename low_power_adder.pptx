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7" r:id="rId9"/>
    <p:sldId id="264" r:id="rId10"/>
    <p:sldId id="262" r:id="rId11"/>
    <p:sldId id="263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26CEE6-F5B7-468E-9A8C-255AF27A977B}" v="3" dt="2024-05-28T14:35:06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edhar Bhamidipati" userId="16a38214221c6f41" providerId="LiveId" clId="{AEAA4D02-977A-4AF3-8E0D-C4E35A850DA0}"/>
    <pc:docChg chg="undo custSel addSld modSld">
      <pc:chgData name="Maheedhar Bhamidipati" userId="16a38214221c6f41" providerId="LiveId" clId="{AEAA4D02-977A-4AF3-8E0D-C4E35A850DA0}" dt="2024-05-09T04:30:52.372" v="237" actId="1076"/>
      <pc:docMkLst>
        <pc:docMk/>
      </pc:docMkLst>
      <pc:sldChg chg="modSp mod">
        <pc:chgData name="Maheedhar Bhamidipati" userId="16a38214221c6f41" providerId="LiveId" clId="{AEAA4D02-977A-4AF3-8E0D-C4E35A850DA0}" dt="2024-05-09T04:19:27.262" v="152" actId="20577"/>
        <pc:sldMkLst>
          <pc:docMk/>
          <pc:sldMk cId="1498795361" sldId="256"/>
        </pc:sldMkLst>
        <pc:spChg chg="mod">
          <ac:chgData name="Maheedhar Bhamidipati" userId="16a38214221c6f41" providerId="LiveId" clId="{AEAA4D02-977A-4AF3-8E0D-C4E35A850DA0}" dt="2024-05-09T04:19:27.262" v="152" actId="20577"/>
          <ac:spMkLst>
            <pc:docMk/>
            <pc:sldMk cId="1498795361" sldId="256"/>
            <ac:spMk id="18" creationId="{D9237D3C-E608-769B-0264-870637AA9D2F}"/>
          </ac:spMkLst>
        </pc:spChg>
      </pc:sldChg>
      <pc:sldChg chg="modSp mod">
        <pc:chgData name="Maheedhar Bhamidipati" userId="16a38214221c6f41" providerId="LiveId" clId="{AEAA4D02-977A-4AF3-8E0D-C4E35A850DA0}" dt="2024-05-08T09:50:42.924" v="87" actId="20577"/>
        <pc:sldMkLst>
          <pc:docMk/>
          <pc:sldMk cId="1473920833" sldId="260"/>
        </pc:sldMkLst>
        <pc:spChg chg="mod">
          <ac:chgData name="Maheedhar Bhamidipati" userId="16a38214221c6f41" providerId="LiveId" clId="{AEAA4D02-977A-4AF3-8E0D-C4E35A850DA0}" dt="2024-05-08T09:50:42.924" v="87" actId="20577"/>
          <ac:spMkLst>
            <pc:docMk/>
            <pc:sldMk cId="1473920833" sldId="260"/>
            <ac:spMk id="3" creationId="{73920B22-DE72-3E7B-45F8-48EE9EB22DF9}"/>
          </ac:spMkLst>
        </pc:spChg>
      </pc:sldChg>
      <pc:sldChg chg="modSp mod">
        <pc:chgData name="Maheedhar Bhamidipati" userId="16a38214221c6f41" providerId="LiveId" clId="{AEAA4D02-977A-4AF3-8E0D-C4E35A850DA0}" dt="2024-05-09T04:30:09.578" v="223" actId="20577"/>
        <pc:sldMkLst>
          <pc:docMk/>
          <pc:sldMk cId="2445317326" sldId="261"/>
        </pc:sldMkLst>
        <pc:spChg chg="mod">
          <ac:chgData name="Maheedhar Bhamidipati" userId="16a38214221c6f41" providerId="LiveId" clId="{AEAA4D02-977A-4AF3-8E0D-C4E35A850DA0}" dt="2024-05-09T04:30:09.578" v="223" actId="20577"/>
          <ac:spMkLst>
            <pc:docMk/>
            <pc:sldMk cId="2445317326" sldId="261"/>
            <ac:spMk id="2" creationId="{C64630DE-9F31-CB08-D6A9-0DA843BF7196}"/>
          </ac:spMkLst>
        </pc:spChg>
      </pc:sldChg>
      <pc:sldChg chg="modSp mod">
        <pc:chgData name="Maheedhar Bhamidipati" userId="16a38214221c6f41" providerId="LiveId" clId="{AEAA4D02-977A-4AF3-8E0D-C4E35A850DA0}" dt="2024-05-09T04:30:52.372" v="237" actId="1076"/>
        <pc:sldMkLst>
          <pc:docMk/>
          <pc:sldMk cId="3231174656" sldId="262"/>
        </pc:sldMkLst>
        <pc:picChg chg="mod">
          <ac:chgData name="Maheedhar Bhamidipati" userId="16a38214221c6f41" providerId="LiveId" clId="{AEAA4D02-977A-4AF3-8E0D-C4E35A850DA0}" dt="2024-05-09T04:30:52.372" v="237" actId="1076"/>
          <ac:picMkLst>
            <pc:docMk/>
            <pc:sldMk cId="3231174656" sldId="262"/>
            <ac:picMk id="3" creationId="{8A422B1F-03AB-8C3F-0DAB-8A09627810B1}"/>
          </ac:picMkLst>
        </pc:picChg>
      </pc:sldChg>
      <pc:sldChg chg="modSp mod">
        <pc:chgData name="Maheedhar Bhamidipati" userId="16a38214221c6f41" providerId="LiveId" clId="{AEAA4D02-977A-4AF3-8E0D-C4E35A850DA0}" dt="2024-05-08T09:53:44.794" v="89" actId="20577"/>
        <pc:sldMkLst>
          <pc:docMk/>
          <pc:sldMk cId="3273121779" sldId="263"/>
        </pc:sldMkLst>
        <pc:spChg chg="mod">
          <ac:chgData name="Maheedhar Bhamidipati" userId="16a38214221c6f41" providerId="LiveId" clId="{AEAA4D02-977A-4AF3-8E0D-C4E35A850DA0}" dt="2024-05-08T09:53:44.794" v="89" actId="20577"/>
          <ac:spMkLst>
            <pc:docMk/>
            <pc:sldMk cId="3273121779" sldId="263"/>
            <ac:spMk id="3" creationId="{CF45E5E8-3FD4-917B-E6F0-836205F853DB}"/>
          </ac:spMkLst>
        </pc:spChg>
      </pc:sldChg>
      <pc:sldChg chg="addSp delSp modSp mod">
        <pc:chgData name="Maheedhar Bhamidipati" userId="16a38214221c6f41" providerId="LiveId" clId="{AEAA4D02-977A-4AF3-8E0D-C4E35A850DA0}" dt="2024-05-09T04:30:21.872" v="236" actId="20577"/>
        <pc:sldMkLst>
          <pc:docMk/>
          <pc:sldMk cId="1448465119" sldId="264"/>
        </pc:sldMkLst>
        <pc:spChg chg="mod">
          <ac:chgData name="Maheedhar Bhamidipati" userId="16a38214221c6f41" providerId="LiveId" clId="{AEAA4D02-977A-4AF3-8E0D-C4E35A850DA0}" dt="2024-05-09T04:30:21.872" v="236" actId="20577"/>
          <ac:spMkLst>
            <pc:docMk/>
            <pc:sldMk cId="1448465119" sldId="264"/>
            <ac:spMk id="2" creationId="{03797AEA-9F87-B856-2AB6-5D83D698C1C1}"/>
          </ac:spMkLst>
        </pc:spChg>
        <pc:spChg chg="del">
          <ac:chgData name="Maheedhar Bhamidipati" userId="16a38214221c6f41" providerId="LiveId" clId="{AEAA4D02-977A-4AF3-8E0D-C4E35A850DA0}" dt="2024-05-08T09:47:24.438" v="38" actId="22"/>
          <ac:spMkLst>
            <pc:docMk/>
            <pc:sldMk cId="1448465119" sldId="264"/>
            <ac:spMk id="3" creationId="{D93D40C5-2A9F-434F-C07A-62AC7D3000A7}"/>
          </ac:spMkLst>
        </pc:spChg>
        <pc:picChg chg="add del">
          <ac:chgData name="Maheedhar Bhamidipati" userId="16a38214221c6f41" providerId="LiveId" clId="{AEAA4D02-977A-4AF3-8E0D-C4E35A850DA0}" dt="2024-05-08T09:47:22.372" v="37" actId="22"/>
          <ac:picMkLst>
            <pc:docMk/>
            <pc:sldMk cId="1448465119" sldId="264"/>
            <ac:picMk id="6" creationId="{E6854B44-3E65-89D2-3230-B3B6F5AF534C}"/>
          </ac:picMkLst>
        </pc:picChg>
        <pc:picChg chg="add mod ord modCrop">
          <ac:chgData name="Maheedhar Bhamidipati" userId="16a38214221c6f41" providerId="LiveId" clId="{AEAA4D02-977A-4AF3-8E0D-C4E35A850DA0}" dt="2024-05-08T09:48:05.818" v="48" actId="1076"/>
          <ac:picMkLst>
            <pc:docMk/>
            <pc:sldMk cId="1448465119" sldId="264"/>
            <ac:picMk id="8" creationId="{A23393D4-7C5A-A64C-5991-EDBC24184B2F}"/>
          </ac:picMkLst>
        </pc:picChg>
      </pc:sldChg>
      <pc:sldChg chg="addSp delSp modSp mod">
        <pc:chgData name="Maheedhar Bhamidipati" userId="16a38214221c6f41" providerId="LiveId" clId="{AEAA4D02-977A-4AF3-8E0D-C4E35A850DA0}" dt="2024-05-08T09:54:56.974" v="102" actId="20577"/>
        <pc:sldMkLst>
          <pc:docMk/>
          <pc:sldMk cId="2540251479" sldId="265"/>
        </pc:sldMkLst>
        <pc:spChg chg="mod">
          <ac:chgData name="Maheedhar Bhamidipati" userId="16a38214221c6f41" providerId="LiveId" clId="{AEAA4D02-977A-4AF3-8E0D-C4E35A850DA0}" dt="2024-05-08T09:54:56.974" v="102" actId="20577"/>
          <ac:spMkLst>
            <pc:docMk/>
            <pc:sldMk cId="2540251479" sldId="265"/>
            <ac:spMk id="3" creationId="{B6424BA8-09A0-7086-F90B-678B3FF00FFE}"/>
          </ac:spMkLst>
        </pc:spChg>
        <pc:spChg chg="add del">
          <ac:chgData name="Maheedhar Bhamidipati" userId="16a38214221c6f41" providerId="LiveId" clId="{AEAA4D02-977A-4AF3-8E0D-C4E35A850DA0}" dt="2024-05-08T09:54:34.913" v="91" actId="22"/>
          <ac:spMkLst>
            <pc:docMk/>
            <pc:sldMk cId="2540251479" sldId="265"/>
            <ac:spMk id="6" creationId="{3B234F05-9107-6CA2-7419-E0391284355A}"/>
          </ac:spMkLst>
        </pc:spChg>
      </pc:sldChg>
      <pc:sldChg chg="addSp delSp modSp new mod">
        <pc:chgData name="Maheedhar Bhamidipati" userId="16a38214221c6f41" providerId="LiveId" clId="{AEAA4D02-977A-4AF3-8E0D-C4E35A850DA0}" dt="2024-05-08T09:43:07.750" v="35" actId="1076"/>
        <pc:sldMkLst>
          <pc:docMk/>
          <pc:sldMk cId="4034555028" sldId="267"/>
        </pc:sldMkLst>
        <pc:spChg chg="add del mod">
          <ac:chgData name="Maheedhar Bhamidipati" userId="16a38214221c6f41" providerId="LiveId" clId="{AEAA4D02-977A-4AF3-8E0D-C4E35A850DA0}" dt="2024-05-08T09:42:05.331" v="7"/>
          <ac:spMkLst>
            <pc:docMk/>
            <pc:sldMk cId="4034555028" sldId="267"/>
            <ac:spMk id="5" creationId="{BB7F8EB1-8B60-BCE0-746A-FCE1D1B746C5}"/>
          </ac:spMkLst>
        </pc:spChg>
        <pc:spChg chg="add mod">
          <ac:chgData name="Maheedhar Bhamidipati" userId="16a38214221c6f41" providerId="LiveId" clId="{AEAA4D02-977A-4AF3-8E0D-C4E35A850DA0}" dt="2024-05-08T09:43:07.750" v="35" actId="1076"/>
          <ac:spMkLst>
            <pc:docMk/>
            <pc:sldMk cId="4034555028" sldId="267"/>
            <ac:spMk id="6" creationId="{90D725E4-5046-8D39-2ACF-46ED721DAE34}"/>
          </ac:spMkLst>
        </pc:spChg>
        <pc:picChg chg="add mod">
          <ac:chgData name="Maheedhar Bhamidipati" userId="16a38214221c6f41" providerId="LiveId" clId="{AEAA4D02-977A-4AF3-8E0D-C4E35A850DA0}" dt="2024-05-08T09:41:52.167" v="4" actId="1076"/>
          <ac:picMkLst>
            <pc:docMk/>
            <pc:sldMk cId="4034555028" sldId="267"/>
            <ac:picMk id="4" creationId="{1C6A4A18-2E0C-81C2-9526-0D931781894C}"/>
          </ac:picMkLst>
        </pc:picChg>
      </pc:sldChg>
      <pc:sldChg chg="modSp new mod">
        <pc:chgData name="Maheedhar Bhamidipati" userId="16a38214221c6f41" providerId="LiveId" clId="{AEAA4D02-977A-4AF3-8E0D-C4E35A850DA0}" dt="2024-05-09T04:29:54.988" v="204" actId="20577"/>
        <pc:sldMkLst>
          <pc:docMk/>
          <pc:sldMk cId="1968287928" sldId="268"/>
        </pc:sldMkLst>
        <pc:spChg chg="mod">
          <ac:chgData name="Maheedhar Bhamidipati" userId="16a38214221c6f41" providerId="LiveId" clId="{AEAA4D02-977A-4AF3-8E0D-C4E35A850DA0}" dt="2024-05-09T04:29:54.988" v="204" actId="20577"/>
          <ac:spMkLst>
            <pc:docMk/>
            <pc:sldMk cId="1968287928" sldId="268"/>
            <ac:spMk id="2" creationId="{57993E06-7A1E-C0DA-6182-BCBB57363AD5}"/>
          </ac:spMkLst>
        </pc:spChg>
      </pc:sldChg>
    </pc:docChg>
  </pc:docChgLst>
  <pc:docChgLst>
    <pc:chgData name="Maheedhar Bhamidipati" userId="16a38214221c6f41" providerId="LiveId" clId="{CF26CEE6-F5B7-468E-9A8C-255AF27A977B}"/>
    <pc:docChg chg="undo custSel modSld sldOrd">
      <pc:chgData name="Maheedhar Bhamidipati" userId="16a38214221c6f41" providerId="LiveId" clId="{CF26CEE6-F5B7-468E-9A8C-255AF27A977B}" dt="2024-05-28T14:35:12.712" v="249" actId="962"/>
      <pc:docMkLst>
        <pc:docMk/>
      </pc:docMkLst>
      <pc:sldChg chg="modSp mod">
        <pc:chgData name="Maheedhar Bhamidipati" userId="16a38214221c6f41" providerId="LiveId" clId="{CF26CEE6-F5B7-468E-9A8C-255AF27A977B}" dt="2024-05-28T14:15:00.197" v="37" actId="20577"/>
        <pc:sldMkLst>
          <pc:docMk/>
          <pc:sldMk cId="1498795361" sldId="256"/>
        </pc:sldMkLst>
        <pc:spChg chg="mod">
          <ac:chgData name="Maheedhar Bhamidipati" userId="16a38214221c6f41" providerId="LiveId" clId="{CF26CEE6-F5B7-468E-9A8C-255AF27A977B}" dt="2024-05-28T14:15:00.197" v="37" actId="20577"/>
          <ac:spMkLst>
            <pc:docMk/>
            <pc:sldMk cId="1498795361" sldId="256"/>
            <ac:spMk id="18" creationId="{D9237D3C-E608-769B-0264-870637AA9D2F}"/>
          </ac:spMkLst>
        </pc:spChg>
      </pc:sldChg>
      <pc:sldChg chg="modSp mod">
        <pc:chgData name="Maheedhar Bhamidipati" userId="16a38214221c6f41" providerId="LiveId" clId="{CF26CEE6-F5B7-468E-9A8C-255AF27A977B}" dt="2024-05-28T14:30:03.485" v="192" actId="6549"/>
        <pc:sldMkLst>
          <pc:docMk/>
          <pc:sldMk cId="291089144" sldId="257"/>
        </pc:sldMkLst>
        <pc:spChg chg="mod">
          <ac:chgData name="Maheedhar Bhamidipati" userId="16a38214221c6f41" providerId="LiveId" clId="{CF26CEE6-F5B7-468E-9A8C-255AF27A977B}" dt="2024-05-28T14:30:03.485" v="192" actId="6549"/>
          <ac:spMkLst>
            <pc:docMk/>
            <pc:sldMk cId="291089144" sldId="257"/>
            <ac:spMk id="3" creationId="{8EC617D4-16CF-4166-6595-1486F6EFED21}"/>
          </ac:spMkLst>
        </pc:spChg>
      </pc:sldChg>
      <pc:sldChg chg="modSp mod">
        <pc:chgData name="Maheedhar Bhamidipati" userId="16a38214221c6f41" providerId="LiveId" clId="{CF26CEE6-F5B7-468E-9A8C-255AF27A977B}" dt="2024-05-28T14:18:02.620" v="93" actId="20577"/>
        <pc:sldMkLst>
          <pc:docMk/>
          <pc:sldMk cId="2184462862" sldId="258"/>
        </pc:sldMkLst>
        <pc:spChg chg="mod">
          <ac:chgData name="Maheedhar Bhamidipati" userId="16a38214221c6f41" providerId="LiveId" clId="{CF26CEE6-F5B7-468E-9A8C-255AF27A977B}" dt="2024-05-28T14:18:02.620" v="93" actId="20577"/>
          <ac:spMkLst>
            <pc:docMk/>
            <pc:sldMk cId="2184462862" sldId="258"/>
            <ac:spMk id="3" creationId="{66CAB73A-E644-C803-74D8-63B6155E048D}"/>
          </ac:spMkLst>
        </pc:spChg>
      </pc:sldChg>
      <pc:sldChg chg="modSp mod">
        <pc:chgData name="Maheedhar Bhamidipati" userId="16a38214221c6f41" providerId="LiveId" clId="{CF26CEE6-F5B7-468E-9A8C-255AF27A977B}" dt="2024-05-28T14:19:55.123" v="143" actId="20577"/>
        <pc:sldMkLst>
          <pc:docMk/>
          <pc:sldMk cId="215262248" sldId="259"/>
        </pc:sldMkLst>
        <pc:spChg chg="mod">
          <ac:chgData name="Maheedhar Bhamidipati" userId="16a38214221c6f41" providerId="LiveId" clId="{CF26CEE6-F5B7-468E-9A8C-255AF27A977B}" dt="2024-05-28T14:19:55.123" v="143" actId="20577"/>
          <ac:spMkLst>
            <pc:docMk/>
            <pc:sldMk cId="215262248" sldId="259"/>
            <ac:spMk id="3" creationId="{245935F7-1A82-AB6F-67AC-C1C0FC4926EC}"/>
          </ac:spMkLst>
        </pc:spChg>
      </pc:sldChg>
      <pc:sldChg chg="modSp mod">
        <pc:chgData name="Maheedhar Bhamidipati" userId="16a38214221c6f41" providerId="LiveId" clId="{CF26CEE6-F5B7-468E-9A8C-255AF27A977B}" dt="2024-05-28T14:20:09.985" v="150" actId="20577"/>
        <pc:sldMkLst>
          <pc:docMk/>
          <pc:sldMk cId="1473920833" sldId="260"/>
        </pc:sldMkLst>
        <pc:spChg chg="mod">
          <ac:chgData name="Maheedhar Bhamidipati" userId="16a38214221c6f41" providerId="LiveId" clId="{CF26CEE6-F5B7-468E-9A8C-255AF27A977B}" dt="2024-05-28T14:20:09.985" v="150" actId="20577"/>
          <ac:spMkLst>
            <pc:docMk/>
            <pc:sldMk cId="1473920833" sldId="260"/>
            <ac:spMk id="3" creationId="{73920B22-DE72-3E7B-45F8-48EE9EB22DF9}"/>
          </ac:spMkLst>
        </pc:spChg>
      </pc:sldChg>
      <pc:sldChg chg="addSp delSp modSp mod">
        <pc:chgData name="Maheedhar Bhamidipati" userId="16a38214221c6f41" providerId="LiveId" clId="{CF26CEE6-F5B7-468E-9A8C-255AF27A977B}" dt="2024-05-28T14:33:07.279" v="242" actId="1076"/>
        <pc:sldMkLst>
          <pc:docMk/>
          <pc:sldMk cId="2445317326" sldId="261"/>
        </pc:sldMkLst>
        <pc:spChg chg="mod">
          <ac:chgData name="Maheedhar Bhamidipati" userId="16a38214221c6f41" providerId="LiveId" clId="{CF26CEE6-F5B7-468E-9A8C-255AF27A977B}" dt="2024-05-28T14:32:51.438" v="224" actId="20577"/>
          <ac:spMkLst>
            <pc:docMk/>
            <pc:sldMk cId="2445317326" sldId="261"/>
            <ac:spMk id="2" creationId="{C64630DE-9F31-CB08-D6A9-0DA843BF7196}"/>
          </ac:spMkLst>
        </pc:spChg>
        <pc:spChg chg="mod">
          <ac:chgData name="Maheedhar Bhamidipati" userId="16a38214221c6f41" providerId="LiveId" clId="{CF26CEE6-F5B7-468E-9A8C-255AF27A977B}" dt="2024-05-28T14:32:34.498" v="221" actId="123"/>
          <ac:spMkLst>
            <pc:docMk/>
            <pc:sldMk cId="2445317326" sldId="261"/>
            <ac:spMk id="3" creationId="{2D35F659-2A16-4961-9979-0285EFE541D3}"/>
          </ac:spMkLst>
        </pc:spChg>
        <pc:spChg chg="mod">
          <ac:chgData name="Maheedhar Bhamidipati" userId="16a38214221c6f41" providerId="LiveId" clId="{CF26CEE6-F5B7-468E-9A8C-255AF27A977B}" dt="2024-05-28T14:33:01.529" v="241" actId="1076"/>
          <ac:spMkLst>
            <pc:docMk/>
            <pc:sldMk cId="2445317326" sldId="261"/>
            <ac:spMk id="4" creationId="{E955AAEF-C08E-57C6-E560-2778D1655080}"/>
          </ac:spMkLst>
        </pc:spChg>
        <pc:spChg chg="add del mod">
          <ac:chgData name="Maheedhar Bhamidipati" userId="16a38214221c6f41" providerId="LiveId" clId="{CF26CEE6-F5B7-468E-9A8C-255AF27A977B}" dt="2024-05-28T14:27:26.521" v="191" actId="478"/>
          <ac:spMkLst>
            <pc:docMk/>
            <pc:sldMk cId="2445317326" sldId="261"/>
            <ac:spMk id="12" creationId="{F53259CC-0AA1-4CC0-8B49-29D5392D2409}"/>
          </ac:spMkLst>
        </pc:spChg>
        <pc:picChg chg="del">
          <ac:chgData name="Maheedhar Bhamidipati" userId="16a38214221c6f41" providerId="LiveId" clId="{CF26CEE6-F5B7-468E-9A8C-255AF27A977B}" dt="2024-05-28T14:24:21.951" v="164" actId="478"/>
          <ac:picMkLst>
            <pc:docMk/>
            <pc:sldMk cId="2445317326" sldId="261"/>
            <ac:picMk id="6" creationId="{988FA487-D7D0-89DC-E19A-6418B1F23AD7}"/>
          </ac:picMkLst>
        </pc:picChg>
        <pc:picChg chg="del">
          <ac:chgData name="Maheedhar Bhamidipati" userId="16a38214221c6f41" providerId="LiveId" clId="{CF26CEE6-F5B7-468E-9A8C-255AF27A977B}" dt="2024-05-28T14:23:43.551" v="160" actId="478"/>
          <ac:picMkLst>
            <pc:docMk/>
            <pc:sldMk cId="2445317326" sldId="261"/>
            <ac:picMk id="7" creationId="{72FB155B-8261-87F1-ECC7-EB4C0D2DAB29}"/>
          </ac:picMkLst>
        </pc:picChg>
        <pc:picChg chg="add del mod">
          <ac:chgData name="Maheedhar Bhamidipati" userId="16a38214221c6f41" providerId="LiveId" clId="{CF26CEE6-F5B7-468E-9A8C-255AF27A977B}" dt="2024-05-28T14:32:03.096" v="194" actId="478"/>
          <ac:picMkLst>
            <pc:docMk/>
            <pc:sldMk cId="2445317326" sldId="261"/>
            <ac:picMk id="9" creationId="{9E52BBA9-AE9A-A43A-06EE-290E511352A3}"/>
          </ac:picMkLst>
        </pc:picChg>
        <pc:picChg chg="add mod">
          <ac:chgData name="Maheedhar Bhamidipati" userId="16a38214221c6f41" providerId="LiveId" clId="{CF26CEE6-F5B7-468E-9A8C-255AF27A977B}" dt="2024-05-28T14:33:07.279" v="242" actId="1076"/>
          <ac:picMkLst>
            <pc:docMk/>
            <pc:sldMk cId="2445317326" sldId="261"/>
            <ac:picMk id="11" creationId="{90BBD302-BE80-044C-7A7F-5F6646CC34F2}"/>
          </ac:picMkLst>
        </pc:picChg>
      </pc:sldChg>
      <pc:sldChg chg="modSp mod">
        <pc:chgData name="Maheedhar Bhamidipati" userId="16a38214221c6f41" providerId="LiveId" clId="{CF26CEE6-F5B7-468E-9A8C-255AF27A977B}" dt="2024-05-28T14:20:56.359" v="159" actId="20577"/>
        <pc:sldMkLst>
          <pc:docMk/>
          <pc:sldMk cId="3273121779" sldId="263"/>
        </pc:sldMkLst>
        <pc:spChg chg="mod">
          <ac:chgData name="Maheedhar Bhamidipati" userId="16a38214221c6f41" providerId="LiveId" clId="{CF26CEE6-F5B7-468E-9A8C-255AF27A977B}" dt="2024-05-28T14:20:56.359" v="159" actId="20577"/>
          <ac:spMkLst>
            <pc:docMk/>
            <pc:sldMk cId="3273121779" sldId="263"/>
            <ac:spMk id="3" creationId="{CF45E5E8-3FD4-917B-E6F0-836205F853DB}"/>
          </ac:spMkLst>
        </pc:spChg>
      </pc:sldChg>
      <pc:sldChg chg="modSp mod">
        <pc:chgData name="Maheedhar Bhamidipati" userId="16a38214221c6f41" providerId="LiveId" clId="{CF26CEE6-F5B7-468E-9A8C-255AF27A977B}" dt="2024-05-28T14:25:41.568" v="179" actId="20577"/>
        <pc:sldMkLst>
          <pc:docMk/>
          <pc:sldMk cId="1448465119" sldId="264"/>
        </pc:sldMkLst>
        <pc:spChg chg="mod">
          <ac:chgData name="Maheedhar Bhamidipati" userId="16a38214221c6f41" providerId="LiveId" clId="{CF26CEE6-F5B7-468E-9A8C-255AF27A977B}" dt="2024-05-28T14:25:41.568" v="179" actId="20577"/>
          <ac:spMkLst>
            <pc:docMk/>
            <pc:sldMk cId="1448465119" sldId="264"/>
            <ac:spMk id="2" creationId="{03797AEA-9F87-B856-2AB6-5D83D698C1C1}"/>
          </ac:spMkLst>
        </pc:spChg>
      </pc:sldChg>
      <pc:sldChg chg="modSp mod">
        <pc:chgData name="Maheedhar Bhamidipati" userId="16a38214221c6f41" providerId="LiveId" clId="{CF26CEE6-F5B7-468E-9A8C-255AF27A977B}" dt="2024-05-28T14:20:43.973" v="155" actId="20577"/>
        <pc:sldMkLst>
          <pc:docMk/>
          <pc:sldMk cId="2540251479" sldId="265"/>
        </pc:sldMkLst>
        <pc:spChg chg="mod">
          <ac:chgData name="Maheedhar Bhamidipati" userId="16a38214221c6f41" providerId="LiveId" clId="{CF26CEE6-F5B7-468E-9A8C-255AF27A977B}" dt="2024-05-28T14:20:43.973" v="155" actId="20577"/>
          <ac:spMkLst>
            <pc:docMk/>
            <pc:sldMk cId="2540251479" sldId="265"/>
            <ac:spMk id="3" creationId="{B6424BA8-09A0-7086-F90B-678B3FF00FFE}"/>
          </ac:spMkLst>
        </pc:spChg>
      </pc:sldChg>
      <pc:sldChg chg="addSp delSp modSp mod ord">
        <pc:chgData name="Maheedhar Bhamidipati" userId="16a38214221c6f41" providerId="LiveId" clId="{CF26CEE6-F5B7-468E-9A8C-255AF27A977B}" dt="2024-05-28T14:35:12.712" v="249" actId="962"/>
        <pc:sldMkLst>
          <pc:docMk/>
          <pc:sldMk cId="1968287928" sldId="268"/>
        </pc:sldMkLst>
        <pc:spChg chg="del">
          <ac:chgData name="Maheedhar Bhamidipati" userId="16a38214221c6f41" providerId="LiveId" clId="{CF26CEE6-F5B7-468E-9A8C-255AF27A977B}" dt="2024-05-28T14:35:06.141" v="245" actId="931"/>
          <ac:spMkLst>
            <pc:docMk/>
            <pc:sldMk cId="1968287928" sldId="268"/>
            <ac:spMk id="3" creationId="{053DE822-3999-8365-B831-D27542083B54}"/>
          </ac:spMkLst>
        </pc:spChg>
        <pc:picChg chg="add mod">
          <ac:chgData name="Maheedhar Bhamidipati" userId="16a38214221c6f41" providerId="LiveId" clId="{CF26CEE6-F5B7-468E-9A8C-255AF27A977B}" dt="2024-05-28T14:35:12.712" v="249" actId="962"/>
          <ac:picMkLst>
            <pc:docMk/>
            <pc:sldMk cId="1968287928" sldId="268"/>
            <ac:picMk id="6" creationId="{861D1770-25BC-8764-5802-96A04649ED5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7EBDC-AB98-4093-BD3D-7BA593A27B76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9299E-CCC6-4FF2-BD43-E67575FDFF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758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2B56F-BCE7-E1E6-2C38-B9BD88B20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2EACD-4CDB-D9D7-7914-AA02CD2B7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5C61E-9EA5-058E-B11F-E1A1EC319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55B7B-1026-4F06-87AD-5DFA03D23EED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76251-66B7-8F96-4B65-00C9C9DC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9956D-2173-C58B-26D7-243F69A4A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62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F3E9-7C9A-AD00-74AE-14F50AD80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96AF1-3517-9124-27B8-FBED27840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1CA71-28BE-75B1-65E9-998E417E0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05464-457F-46AE-9962-B8F05DECC044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727F-AEB9-1DA9-878E-9ACACAF3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C7801-0B3B-5CA5-AB2F-075C78701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4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A3B7E-D80E-4BBD-7D03-EF85388FA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A8535-2676-C90E-D678-0D5DA9464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DF826-A49E-2E3C-1F9D-0AFB09764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2873F-63E6-4DC5-BE78-09F14BEF2799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37DED-EE86-8B1D-5008-44EAD70B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A3F42-9FD8-1DF5-4B9F-EAE3EDEB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284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A15AB-BDD2-42FB-E967-38CC68695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A9949-0E67-C913-A8E1-8F17736B6A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54415-5A11-1E01-B67C-70FE1504E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3B191-6B57-E541-41B3-EE31E469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A0017-7DBE-4EB0-A8F5-04407CE88F0D}" type="datetime1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AEB23-4F03-E056-8D49-DABA72656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85384-4CAD-225C-531E-E9C05A83A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78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B6AE4-E37B-199D-BFF5-E0A5175D4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4B7EB-F669-D998-DAD8-08D8BC92B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B6D21-2181-B0AD-760E-9B908E0C9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A9FDB-9401-8D3A-9F6B-98D998878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393BAB-119C-5350-CEFB-67F1A46C3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521439-17DE-ADE6-4F6A-4D41F8C81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9C978-1B7F-41FE-8C59-70B7053F167C}" type="datetime1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27295C-F3B1-DB08-04F4-00D1683A5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9E2D9-F69C-019C-8CC5-7AEEE173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807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F159D-0B32-76A3-AEDE-5329F6762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B2F288-2551-E834-CA36-5A577BDE1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C274D-19EF-481D-8AEF-54CDC4A4F604}" type="datetime1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CAAE5-6D0E-CD75-FB88-D6EB15DA9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DF48F-96F8-B2FB-11EC-68D4AC21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28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98EC8-2612-94CD-A020-1E0906575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EF5C-ACA3-42E1-8694-9AE1AD897B21}" type="datetime1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32F3A9-646C-D102-1D8B-1331035BC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6DBCA-DF44-ABAC-0906-E2B4C2A54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119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5EEF3-5ECB-1E61-FDC6-DD9DBD253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964AB-D0F3-FA84-3243-002A79C82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D4C86-CCFE-6EDD-6B96-9E061B261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32E45-7BE3-732F-8806-71A35941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F3C3F-7A8F-42D7-855A-1D454A0154F9}" type="datetime1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74563-5D5C-7464-AD2F-0CD6D3AC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80443-E369-10F1-F31A-A2B943D25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146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1A2E8-298E-7F5C-76FE-A5C7FED6E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2ED86-6BD1-C47F-DAD8-5A1509999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F7270F-B177-DB0D-B993-4A7E36E0D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E27030-22D0-6843-9B3B-9D62DF12E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57AA4-D1BF-40CF-9F2C-B371344AD529}" type="datetime1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99B86-FABB-7FD8-4057-AA844C911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0B1B9-20CE-3130-6245-A1F87467A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47965-E84E-A4D0-1C21-54F67B656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801189-2FDD-6F19-F318-6272B8A08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BCBC2-AF21-A704-1D16-A3C2E0600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FC60-C2B3-4B61-89D2-9C21EE49B087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630BA-1F29-0D4C-17D7-B5F77B359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75184-DDF8-8DA4-226A-C3522F51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91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7336BE-1D72-16D6-C32D-A7DD62052E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F340B6-D92C-54E9-A6E3-119E20005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3128E-D6BC-734F-E02C-B4C9FC3F8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26F86-2F7D-4295-834A-8F52D29A870A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C33BB-4A06-6217-3002-450B312C0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CEBBE-EFE3-090D-39B3-E7F7E98DF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734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6CD3DD-8B73-548B-BEF1-489A840E2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ED4A9-4630-7548-CF5F-8AC231B88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51B4B-59F9-AA9F-612D-7DD4E8C73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DC4BB-9C6A-4268-9AEB-0FD8D5FA36B3}" type="datetime1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928BC-147B-B88A-CFB2-92B39BCA9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D5862-3ADB-7D82-AC05-833270D36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E8379-0CF1-4897-B9FC-D534156E3EF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40AE6A-DE6D-1EAE-A30F-51DE7FC58D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97" b="33645"/>
          <a:stretch/>
        </p:blipFill>
        <p:spPr>
          <a:xfrm>
            <a:off x="8793531" y="0"/>
            <a:ext cx="3398469" cy="108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7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F6AB0-7AEC-D31E-28D8-905248FCA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1</a:t>
            </a:fld>
            <a:endParaRPr lang="en-IN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63A52A-C140-BB10-2C70-73376193E595}"/>
              </a:ext>
            </a:extLst>
          </p:cNvPr>
          <p:cNvSpPr txBox="1"/>
          <p:nvPr/>
        </p:nvSpPr>
        <p:spPr>
          <a:xfrm>
            <a:off x="8866505" y="5206365"/>
            <a:ext cx="3325495" cy="1651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>
                <a:srgbClr val="2E432D"/>
              </a:buClr>
            </a:pPr>
            <a:r>
              <a:rPr lang="en-I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pPr algn="l">
              <a:buClr>
                <a:srgbClr val="2E432D"/>
              </a:buClr>
            </a:pPr>
            <a:r>
              <a:rPr lang="en-IN" altLang="en-US" sz="1400" dirty="0" err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Bh.Maheedhar</a:t>
            </a:r>
            <a:r>
              <a:rPr lang="en-I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 (BL.EN.P2VLD23003)</a:t>
            </a:r>
          </a:p>
        </p:txBody>
      </p:sp>
      <p:sp>
        <p:nvSpPr>
          <p:cNvPr id="17" name="矩形 17">
            <a:extLst>
              <a:ext uri="{FF2B5EF4-FFF2-40B4-BE49-F238E27FC236}">
                <a16:creationId xmlns:a16="http://schemas.microsoft.com/office/drawing/2014/main" id="{1BC7125F-7B92-64E1-0948-11DAF6515C73}"/>
              </a:ext>
            </a:extLst>
          </p:cNvPr>
          <p:cNvSpPr/>
          <p:nvPr/>
        </p:nvSpPr>
        <p:spPr>
          <a:xfrm>
            <a:off x="740754" y="75510"/>
            <a:ext cx="1806504" cy="63881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8">
            <a:extLst>
              <a:ext uri="{FF2B5EF4-FFF2-40B4-BE49-F238E27FC236}">
                <a16:creationId xmlns:a16="http://schemas.microsoft.com/office/drawing/2014/main" id="{D9237D3C-E608-769B-0264-870637AA9D2F}"/>
              </a:ext>
            </a:extLst>
          </p:cNvPr>
          <p:cNvSpPr txBox="1"/>
          <p:nvPr/>
        </p:nvSpPr>
        <p:spPr>
          <a:xfrm>
            <a:off x="2547258" y="1824929"/>
            <a:ext cx="66446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4800" b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Efficiency of a Low power Adder</a:t>
            </a:r>
          </a:p>
          <a:p>
            <a:pPr algn="ctr"/>
            <a:r>
              <a:rPr lang="en-IN" altLang="en-US" sz="2400" b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Optimization of Low-Power Adder Architectures</a:t>
            </a:r>
            <a:r>
              <a:rPr lang="en-IN" altLang="en-US" sz="2400" b="1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EC2002-8C95-BB59-0B7B-060CBCC7002A}"/>
              </a:ext>
            </a:extLst>
          </p:cNvPr>
          <p:cNvSpPr txBox="1"/>
          <p:nvPr/>
        </p:nvSpPr>
        <p:spPr>
          <a:xfrm>
            <a:off x="971549" y="5067897"/>
            <a:ext cx="4657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 the guidance of </a:t>
            </a:r>
            <a:br>
              <a:rPr lang="en-US" dirty="0"/>
            </a:br>
            <a:r>
              <a:rPr lang="en-US" dirty="0"/>
              <a:t>Dr.M.Vinodhini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8795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F005F7-5FF5-4BD1-86FF-ADE8A5F8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2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C617D4-16CF-4166-6595-1486F6EFED21}"/>
              </a:ext>
            </a:extLst>
          </p:cNvPr>
          <p:cNvSpPr txBox="1"/>
          <p:nvPr/>
        </p:nvSpPr>
        <p:spPr>
          <a:xfrm>
            <a:off x="359568" y="856357"/>
            <a:ext cx="11472863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  <a:p>
            <a:endParaRPr lang="en-US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results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89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685D-F7F7-0E4A-CC31-0DF30637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AB73A-E644-C803-74D8-63B6155E0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en-US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demand for energy-efficient computing systems necessitates low-power digital circuits. </a:t>
            </a:r>
          </a:p>
          <a:p>
            <a:pPr algn="just"/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dders, fundamental in arithmetic operations, significantly impact overall power consumption.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The goal is </a:t>
            </a:r>
            <a:r>
              <a:rPr lang="en-US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to reduce adder power consumption through multiplexer-based optimizations.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7157B-4CA9-DB57-A3AF-834BDA327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462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6C94A-8668-1D84-4E0A-F2E15AC31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935F7-1A82-AB6F-67AC-C1C0FC492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>
                <a:ea typeface="Microsoft YaHei Light" panose="020B0502040204020203" pitchFamily="34" charset="-122"/>
                <a:cs typeface="+mn-lt"/>
                <a:sym typeface="+mn-ea"/>
              </a:rPr>
              <a:t>The main objective is to d</a:t>
            </a:r>
            <a:r>
              <a:rPr lang="en-US" altLang="en-US" sz="2800" dirty="0">
                <a:ea typeface="Microsoft YaHei Light" panose="020B0502040204020203" pitchFamily="34" charset="-122"/>
                <a:cs typeface="+mn-lt"/>
                <a:sym typeface="+mn-ea"/>
              </a:rPr>
              <a:t>esign a multiplexer-based adder circuit to minimize power consumption and validate its energy efficiency and functionality by comparing performance metrics with conventional designs.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79AA4-18A5-89E9-636A-1B35EB930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62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DD480-CAB6-9BA4-2EFA-8D9324FC0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20B22-DE72-3E7B-45F8-48EE9EB22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Adders are fundamental building blocks in digital circuits, crucial for arithmetic operations in processors and other computational units.</a:t>
            </a:r>
          </a:p>
          <a:p>
            <a:r>
              <a:rPr lang="en-US" dirty="0"/>
              <a:t>The critical need for reducing power consumption in digital systems by proposing a novel design approach utilizing multiplexers within the full adder architecture.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72BA0-D28E-E463-78D6-57901B12B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920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630DE-9F31-CB08-D6A9-0DA843BF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Design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5F659-2A16-4961-9979-0285EFE541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A 4:1 mux-based full adder uses multiplexers to compute the sum and carry outputs. </a:t>
            </a:r>
          </a:p>
          <a:p>
            <a:pPr algn="just"/>
            <a:r>
              <a:rPr lang="en-US" dirty="0"/>
              <a:t>The sum is calculated by a multiplexer that uses carry-in (C) to select between A ⊕ B and its inversion. </a:t>
            </a:r>
          </a:p>
          <a:p>
            <a:pPr algn="just"/>
            <a:r>
              <a:rPr lang="en-US" dirty="0"/>
              <a:t>The carry output is generated by another multiplexer configured with A and B as control inputs to implement the carry logic. </a:t>
            </a:r>
          </a:p>
          <a:p>
            <a:pPr algn="just"/>
            <a:r>
              <a:rPr lang="en-US" dirty="0"/>
              <a:t>This design can reduce circuit complexity and power consumption.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55AAEF-C08E-57C6-E560-2778D1655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79233"/>
            <a:ext cx="5181600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13DE5D-ED16-37C8-3F2F-6616AB92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6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BBD302-BE80-044C-7A7F-5F6646CC3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456" y="1825625"/>
            <a:ext cx="4793344" cy="40572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2445317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93E06-7A1E-C0DA-6182-BCBB57363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</a:t>
            </a:r>
            <a:endParaRPr lang="en-IN" dirty="0"/>
          </a:p>
        </p:txBody>
      </p:sp>
      <p:pic>
        <p:nvPicPr>
          <p:cNvPr id="6" name="Content Placeholder 5" descr="A computer screen shot of a computer">
            <a:extLst>
              <a:ext uri="{FF2B5EF4-FFF2-40B4-BE49-F238E27FC236}">
                <a16:creationId xmlns:a16="http://schemas.microsoft.com/office/drawing/2014/main" id="{861D1770-25BC-8764-5802-96A04649E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190" y="1825625"/>
            <a:ext cx="6907620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CA5BB-3D88-FD7B-3295-BAB734A4F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28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4029E8-EE71-51D7-E8ED-2697EE7A8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8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6A4A18-2E0C-81C2-9526-0D9317818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64" y="1150143"/>
            <a:ext cx="10886872" cy="45577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D725E4-5046-8D39-2ACF-46ED721DAE34}"/>
              </a:ext>
            </a:extLst>
          </p:cNvPr>
          <p:cNvSpPr txBox="1"/>
          <p:nvPr/>
        </p:nvSpPr>
        <p:spPr>
          <a:xfrm>
            <a:off x="1685925" y="5892581"/>
            <a:ext cx="9043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Ripple Carry Adder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555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7AEA-9F87-B856-2AB6-5D83D698C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Simulated result using Vivado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23393D4-7C5A-A64C-5991-EDBC24184B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40" t="2334" r="1178" b="2742"/>
          <a:stretch/>
        </p:blipFill>
        <p:spPr>
          <a:xfrm>
            <a:off x="0" y="1336675"/>
            <a:ext cx="12204724" cy="51562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34D7E-8EF9-790B-952B-1DB46E4CB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465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0AFC63-7783-62F0-1F14-A1B51CCC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10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422B1F-03AB-8C3F-0DAB-8A0962781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36525"/>
            <a:ext cx="11444288" cy="680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174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6F046-41AD-3C65-B07A-1C5AE748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5E5E8-3FD4-917B-E6F0-836205F85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conclusion, the use of multiplexers in the low-power  adder design offers significant energy efficiency gains, promising enhanced performance for digital systems. </a:t>
            </a:r>
          </a:p>
          <a:p>
            <a:r>
              <a:rPr lang="en-US" dirty="0"/>
              <a:t>This highlights the importance of innovative circuit techniques in meeting the demand for energy-efficient computing solutions.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B945D-A87E-48AC-F323-12B06389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121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C999B-64DF-7C7D-B84E-17CFA3B2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24BA8-09A0-7086-F90B-678B3FF00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Exploring advanced optimization techniques and integration strategies can further improve the efficiency and applicability of low-power adder designs using multiplexers.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10A2C-997C-7475-3501-986B5B7A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251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A861E-5465-857B-0F77-BBC997A5E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B7C7F-E66A-AA61-6FA1-F16F04E32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Priya, S. S. S., &amp; Benita, B. (2018, March). A Design of low power Adders. In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2018 4th International Conference on Devices, Circuits and Systems (ICDCS)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(pp. 245-249). IEEE.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Srikanth, S., Banu, I. T., Priya, G. V., &amp; Usha, G. (2016, March). Low power array multiplier using modified full adder. In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2016 IEEE International Conference on Engineering and Technology (ICETECH)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(pp. 1041-1044). IEEE.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Mohanty, B. K., &amp; Patel, S. K. (2014). Area–delay–power efficient carry-select adder.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IEEE transactions on circuits and systems II: express briefs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, </a:t>
            </a:r>
            <a:r>
              <a:rPr lang="en-US" sz="14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61</a:t>
            </a:r>
            <a:r>
              <a:rPr lang="en-US" sz="14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(6), 418-422.</a:t>
            </a:r>
            <a:endParaRPr lang="en-US" sz="1400" dirty="0">
              <a:solidFill>
                <a:srgbClr val="222222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88ABEA-8E48-F197-0546-AD421970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E8379-0CF1-4897-B9FC-D534156E3EF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083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464</Words>
  <Application>Microsoft Office PowerPoint</Application>
  <PresentationFormat>Widescreen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Microsoft YaHei Light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Problem Statement</vt:lpstr>
      <vt:lpstr>Objective</vt:lpstr>
      <vt:lpstr>Introduction</vt:lpstr>
      <vt:lpstr>Proposed Design</vt:lpstr>
      <vt:lpstr>Schematic</vt:lpstr>
      <vt:lpstr>PowerPoint Presentation</vt:lpstr>
      <vt:lpstr>Simulated result using Vivado</vt:lpstr>
      <vt:lpstr>PowerPoint Presentation</vt:lpstr>
      <vt:lpstr>Conclusion</vt:lpstr>
      <vt:lpstr>Future Scope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Maheedhar Bhamidipati</dc:creator>
  <cp:lastModifiedBy>Maheedhar Bhamidipati</cp:lastModifiedBy>
  <cp:revision>3</cp:revision>
  <dcterms:created xsi:type="dcterms:W3CDTF">2024-05-08T09:10:36Z</dcterms:created>
  <dcterms:modified xsi:type="dcterms:W3CDTF">2026-03-16T13:43:37Z</dcterms:modified>
</cp:coreProperties>
</file>